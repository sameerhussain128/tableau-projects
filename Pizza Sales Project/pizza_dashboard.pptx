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02AF0F6-8BC0-48E6-8947-A8D6D199C33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pizza_dashboard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072E373-A4DB-4554-8890-A8F77A9AE88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23-07-2024 08:46:11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st/Worst Seller" id="2" name="slide2">
            <a:extLst>
              <a:ext uri="{FF2B5EF4-FFF2-40B4-BE49-F238E27FC236}">
                <a16:creationId xmlns:a16="http://schemas.microsoft.com/office/drawing/2014/main" id="{B8094086-4DA4-447D-8910-2CF096DC67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2024-07-23T03:16:12Z</dcterms:created>
  <dcterms:modified xsi:type="dcterms:W3CDTF">2024-07-23T03:16:12Z</dcterms:modified>
</cp:coreProperties>
</file>